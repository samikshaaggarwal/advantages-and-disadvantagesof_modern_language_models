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4720"/>
  </p:normalViewPr>
  <p:slideViewPr>
    <p:cSldViewPr snapToGrid="0">
      <p:cViewPr varScale="1">
        <p:scale>
          <a:sx n="158" d="100"/>
          <a:sy n="158" d="100"/>
        </p:scale>
        <p:origin x="163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469432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and Disadvantages of Modern Language Models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Bhuvain Jhamb | Samiksha | Daksh Chawla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Faculty Mentor: Monika Aggarwal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have transformed how computers process and generate language across diverse domains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model size improves benchmark performance, but real-world deployment faces physical and economic limits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bandwidth, energy consumption, and infrastructure costs constrain large-scale deployment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key architectural paradigms: Retrieval-Augmented Generation (RAG) and Extended-Context Transformers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evaluates both using the Token Economics framework across multiple deployment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RAG and extended-context transformer architectures under real-world deployment constraints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and apply the Token Economics framework for principled efficiency evaluation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productivity, energy, infrastructure scalability, and labour-market implications of LLMs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optimal deployment strategies for different task types and resource environments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architectural recommendations for sustainable and responsible LLM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Infrastructure Context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bandwidth -- not raw compute -- is the primary performance bottleneck for LLMs in production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70B-parameter models require ~8 GPUs per rack consuming 40-60 kW, far above standard 10-20 kW infrastructure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Extended-context systems reach 95-100% memory bandwidth utilisation vs. 60-70% in conventional systems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deployment environments: high-performance cloud (A100/H100), edge hardware, and serverless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upgrade costs significantly influence which architectural paradigm is viable at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Paradigms: RAG vs. Extended-Context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RAG: queries external knowledge bases at inference time, reducing need to encode all knowledge in parameters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Extended-Context Transformers: expand internal context windows (up to 1M+ tokens) for in-context reasoning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advantages: smaller model size, updatable knowledge, lower memory footprint, energy efficiency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Extended-context advantages: no retrieval latency, better coherent long-range reasoning on static data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require dedicated software stacks, GPU drivers, and inference engines for production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Token Economics Framework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cost dimensions: Token Processing Cost (FLOPS/token), Memory Transfer Cost (HBM accesses), Context Management Cost (KV-cache), Retrieval Cost (RAG only), Energy Cost (joules/token)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 IO-complexity evaluation supplements FLOP counting for Memory Transfer Cost dimension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Benchmarks: MMLU for static reasoning, knowledge-intensive NLP benchmarks for dynamic knowledge tasks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quality measured through human preference ratings and factual accuracy assessments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analyses use generalised linear mixed models accounting for repeated measures across configurations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scales evaluated: 7B, 13B, 30B, and 70B parameters -- covering edge to data-centre deployments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experiments vary corpus size (1M-100M docs), retrieval type (dense vs. sparse), and top-K (5-10)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Extended-context experiments vary sequence length from 8K up to 1M tokens with different attention mechanisms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engagement: GitHub Copilot study with 95 professional developers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engagement: global study with 844 participants across 48 countries using Alternate Uses Task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Transformer (Vaswani et al.): self-attention enables parallel sequence processing -- foundation of all LLMs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(Lewis et al.): external retrieval augments generation; smaller models match larger parametric ones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Longformer (Beltagy et al.): sparse attention for efficient long-document processing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Infini-attention: integrates compressive memory for effectively infinite context with bounded memory usage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Attention (Liu et al.): distributed blockwise computation enabling 500K+ token sequences across devices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Results: Memory &amp; Energy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KV-cache for a 70B model at 1M tokens requires approximately 150 GB of GPU memory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Extended-context models consume 3-5x more energy per token than RAG on equivalent long-sequence tasks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Infini-attention achieves 114x compression ratio vs. Memorizing Transformers with bounded memory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 reduces memory IO complexity, enabling longer effective sequences at lower bandwidth cost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Attention extends effective context to 1M+ tokens for 7B models on 32-node A100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Performance Comparison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reasoning (MMLU): 13B extended-context transformer matches performance of a 70B standard model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knowledge: 7B RAG model achieves within 2% accuracy of 70B parametric model using 90% less memory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(13B, 32K context + RAG): 95% reasoning, 98% knowledge task performance, 50% memory reduction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 achieves 80% energy efficiency improvement over pure extended-context approach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retrieval latency: 10-20 ms per query over 100M documents (5-10% of total inference time)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Findings: Productivity &amp; Labour Impact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Copilot study: 95 developers completed tasks 55.8% faster with AI assistance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passive exposure study: AI-generated ideas boosted collective creativity diversity across 48 countries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demonstrated multilingual utility: translation of scientific articles into 28 languages preserving JATS XML structure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exposure rates: Computer Programmers (75%), Customer Service Reps (71%), Data Entry Keyers (67%), Financial Analysts (61%)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hiring chill observed in highly exposed occupations -- practical automation is outpacing theoretical predictions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Findings: Environmental &amp; Economic Sustainability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to RAG and hybrid architectures can reduce per-query energy consumption by up to 80%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mechanisms: carbon pricing, mandatory energy-use transparency reporting, sustainable procurement in government contracts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LLM deployments realise only 15-30% of theoretical automation capability (Observed-Exposure Gap)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between infrastructure investment and observed automation raises fundamental return-on-investment concerns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architectures reduce resource dependency, enabling wider deployment and mitigating capability concentration risks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Quality, Reliability &amp; Systemic Risk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generate fabricated or inaccurate citations at rates of 47-73% in medical and academic contexts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systems structurally reduce hallucination by grounding generation in retrieved, verifiable documents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of LLM infrastructure in resource-rich entities creates systemic risks and capability monopolisation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and hybrid architectures are more distributable, reducing single-point-of-failure risk in AI systems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challenges remain severe for high-stakes domains: medicine, law, scientific communication, and education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Economics framework reveals that the practical performance ceiling is determined more by hardware than architecture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architectures are superior for dynamic, knowledge-intensive tasks under bandwidth and energy constraints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Extended-context transformers excel at static reasoning tasks requiring persistent long-range context coherence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architectures (32K-100K context + RAG) offer the best overall efficiency profile across diverse task types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Responsible, efficient architectural design is as critical as raw model capability for sustainable AI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Limitations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architectures dynamically selecting between extended-context and retrieval based on per-query task requirements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Co-design of hardware and LLM architectures targeting memory bandwidth efficiency at silicon level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RAG with sub-millisecond retrieval for latency-critical production deployments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excludes trillion-parameter models; generalisation to those architectures requires further investigation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directions: training efficiency, multi-modal extensions, quantisation impact on Token Economics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0"/>
            <a:ext cx="64000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Submission Confirmation</a:t>
            </a:r>
          </a:p>
        </p:txBody>
      </p:sp>
      <p:sp>
        <p:nvSpPr>
          <p:cNvPr id="3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9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4" name="Caption"/>
          <p:cNvSpPr txBox="1"/>
          <p:nvPr/>
        </p:nvSpPr>
        <p:spPr>
          <a:xfrm>
            <a:off x="457200" y="900000"/>
            <a:ext cx="8229600" cy="26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ICCSE 2026 — 20th International Conference on Computer Science and Education — Paper #43</a:t>
            </a:r>
          </a:p>
        </p:txBody>
      </p:sp>
      <p:pic>
        <p:nvPicPr>
          <p:cNvPr id="5" name="Submission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927" y="1220000"/>
            <a:ext cx="4634146" cy="50000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34702</TotalTime>
  <Words>1209</Words>
  <Application>Microsoft Macintosh PowerPoint</Application>
  <PresentationFormat>On-screen Show (4:3)</PresentationFormat>
  <Paragraphs>117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Chawla, Daksh (NonEmp)</cp:lastModifiedBy>
  <cp:revision>2301</cp:revision>
  <dcterms:created xsi:type="dcterms:W3CDTF">2010-04-09T07:36:15Z</dcterms:created>
  <dcterms:modified xsi:type="dcterms:W3CDTF">2026-04-30T05:53:42Z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